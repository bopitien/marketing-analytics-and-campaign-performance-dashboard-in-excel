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9AFF"/>
    <a:srgbClr val="52565B"/>
    <a:srgbClr val="F5F6F7"/>
    <a:srgbClr val="1A4B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100" d="100"/>
          <a:sy n="100" d="100"/>
        </p:scale>
        <p:origin x="2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01B12-2921-68D4-CD9F-A7ED10152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80F09-8825-F34A-3FBD-2CFAD30FF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58DB2-6A78-B7FD-F1A5-E793195FE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F9F3-FC19-4834-A7A5-2E528C581677}" type="datetimeFigureOut">
              <a:rPr lang="LID4096" smtClean="0"/>
              <a:t>11/27/2025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5B21F-C3B6-CEB9-CD6D-93ADC54C2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5AE8E-7EE2-13B6-FA21-6F2F1A264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B7459-F803-49AF-8A51-1F9F736ABE6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1051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F8D3-D234-33E6-0502-30264A7D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B45F9-5706-B6F9-507F-B310A311D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404CB-3B8F-91C4-2BFE-F8ABE6E3E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F9F3-FC19-4834-A7A5-2E528C581677}" type="datetimeFigureOut">
              <a:rPr lang="LID4096" smtClean="0"/>
              <a:t>11/27/2025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4E7B9-3455-1484-21F4-EDE6D7A88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9F85A-92BD-5018-EC94-48F35B71E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B7459-F803-49AF-8A51-1F9F736ABE6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179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03B50-C54E-CBC6-A74C-DA54D9C53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3999A-4AEE-BBDC-576C-554B22C1F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2F746-40EE-D3A9-6D9A-02C88488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F9F3-FC19-4834-A7A5-2E528C581677}" type="datetimeFigureOut">
              <a:rPr lang="LID4096" smtClean="0"/>
              <a:t>11/27/2025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5E346-F40F-7CC0-CE3C-88364BEF5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B754A-48EC-0FF6-89C1-9DC4B28B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B7459-F803-49AF-8A51-1F9F736ABE6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0881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30DDE-6A3F-8971-8A5C-FE375A252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A1B9E-031F-8091-CFB6-03A00ACEE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7F404-8980-692E-9C07-BB4DB3D6C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463E7-F517-0437-9330-4A37A2F0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F9F3-FC19-4834-A7A5-2E528C581677}" type="datetimeFigureOut">
              <a:rPr lang="LID4096" smtClean="0"/>
              <a:t>11/27/2025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22199-6DD8-3D4C-6314-7D5212062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14E59-42FD-AC34-8CC2-EDD0162A5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B7459-F803-49AF-8A51-1F9F736ABE6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9972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DAF6D-6C24-7DB4-1E59-8E016D6C1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7718C-60F2-AC3C-5415-CD0B57BA4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B1474-F80D-C929-1C85-CE0075191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F8F3EB-7C18-F952-DA81-DF8977B0BF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88A762-E258-A500-4323-934CAE8CF1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CB835A-3268-AB57-79E6-C361B9EE6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F9F3-FC19-4834-A7A5-2E528C581677}" type="datetimeFigureOut">
              <a:rPr lang="LID4096" smtClean="0"/>
              <a:t>11/27/2025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A4B920-2FD3-A44E-BCFE-F4A4BAB16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215C26-ACE4-73BC-311E-11618C8B6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B7459-F803-49AF-8A51-1F9F736ABE6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22732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E625F-6BA3-7DB1-537E-F63A45792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EDB9E4-9CB9-8DE0-9F1D-DCE846A29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F9F3-FC19-4834-A7A5-2E528C581677}" type="datetimeFigureOut">
              <a:rPr lang="LID4096" smtClean="0"/>
              <a:t>11/27/2025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6C7380-05D7-1B4E-487F-E866A0ED3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CFF38-A629-6596-0292-EB53576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B7459-F803-49AF-8A51-1F9F736ABE6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56878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A91E82-21CE-9123-C7D8-4513A9FFA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F9F3-FC19-4834-A7A5-2E528C581677}" type="datetimeFigureOut">
              <a:rPr lang="LID4096" smtClean="0"/>
              <a:t>11/27/2025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0ECF2B-4909-80D5-F671-A5183AECA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5D3D6-957A-5887-B166-7C04322B8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B7459-F803-49AF-8A51-1F9F736ABE6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7760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8A351-B389-F315-84E1-435B1D560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3A937-0463-1269-7979-32308F227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27E1F-C411-84C0-79FE-08BE3BBF9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64D9B-F36E-681B-ED07-F4FC5E5A5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F9F3-FC19-4834-A7A5-2E528C581677}" type="datetimeFigureOut">
              <a:rPr lang="LID4096" smtClean="0"/>
              <a:t>11/27/2025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A10B1-74FD-3C52-72AA-9B37E6CC8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9C369-755A-FDEF-EF9E-B3C9D811B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B7459-F803-49AF-8A51-1F9F736ABE6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46331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0F77A-34C4-719B-55BE-943F7870D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1E970-B4D7-A903-8657-6603177D1B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EAE45-E8CE-5B91-CA5B-4DDC20C36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2C218-8A6F-9EEE-B12E-DE59226B2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F9F3-FC19-4834-A7A5-2E528C581677}" type="datetimeFigureOut">
              <a:rPr lang="LID4096" smtClean="0"/>
              <a:t>11/27/2025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F82DEC-EF0E-C8EF-438B-612C859AA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0A132-D087-EB77-060E-338DD8031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B7459-F803-49AF-8A51-1F9F736ABE6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82754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094DD-80E9-5BAE-BDD9-B52F3476A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2E592-5BC9-B2DF-31ED-08B6702BE6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88C32-59F9-9984-C076-FF1620A2E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F9F3-FC19-4834-A7A5-2E528C581677}" type="datetimeFigureOut">
              <a:rPr lang="LID4096" smtClean="0"/>
              <a:t>11/27/2025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2AAF1-E0A7-DA23-9B03-C9F0E0831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B8384-63F8-1946-EDDC-546A668B5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B7459-F803-49AF-8A51-1F9F736ABE6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819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798602-2FF1-4726-78E2-60BBAD9F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7DC7B0-9D1B-8188-50F5-A1A2819DE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1D5D5-D27F-F8F1-11EB-E8BC49D1D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F9F3-FC19-4834-A7A5-2E528C581677}" type="datetimeFigureOut">
              <a:rPr lang="LID4096" smtClean="0"/>
              <a:t>11/27/2025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4654F-9AFA-DB88-932E-E09F38A06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CBB93-6DB6-ED0C-F4E7-E05A2DFF2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B7459-F803-49AF-8A51-1F9F736ABE6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4992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60889-1368-6F5D-DA2E-4C50B9379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A43AD-1ABC-D62F-FAB0-FCC369819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B2714-E10B-4266-BF17-F383F0F517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EF9F3-FC19-4834-A7A5-2E528C581677}" type="datetimeFigureOut">
              <a:rPr lang="LID4096" smtClean="0"/>
              <a:t>11/27/2025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3265C-EA69-B1E0-FD0E-C732AE171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B8212-8F71-EBC2-C23F-7BF0D6AA98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B7459-F803-49AF-8A51-1F9F736ABE6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782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B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0A00AF26-9D82-FFB2-40E6-FD23B5295126}"/>
              </a:ext>
            </a:extLst>
          </p:cNvPr>
          <p:cNvGrpSpPr/>
          <p:nvPr/>
        </p:nvGrpSpPr>
        <p:grpSpPr>
          <a:xfrm>
            <a:off x="330495" y="289739"/>
            <a:ext cx="11861504" cy="6278525"/>
            <a:chOff x="330495" y="289739"/>
            <a:chExt cx="11861504" cy="6278525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B971723-17A5-4627-A12F-543EE6F7940C}"/>
                </a:ext>
              </a:extLst>
            </p:cNvPr>
            <p:cNvSpPr/>
            <p:nvPr/>
          </p:nvSpPr>
          <p:spPr>
            <a:xfrm>
              <a:off x="330495" y="289739"/>
              <a:ext cx="11531010" cy="6278525"/>
            </a:xfrm>
            <a:prstGeom prst="roundRect">
              <a:avLst>
                <a:gd name="adj" fmla="val 6675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DEDD4FD-5319-CAA1-2C59-AA9C6D566D90}"/>
                </a:ext>
              </a:extLst>
            </p:cNvPr>
            <p:cNvGrpSpPr/>
            <p:nvPr/>
          </p:nvGrpSpPr>
          <p:grpSpPr>
            <a:xfrm>
              <a:off x="728330" y="1313121"/>
              <a:ext cx="609684" cy="4295553"/>
              <a:chOff x="723014" y="1265273"/>
              <a:chExt cx="609684" cy="4253023"/>
            </a:xfrm>
            <a:solidFill>
              <a:schemeClr val="bg2">
                <a:lumMod val="10000"/>
              </a:schemeClr>
            </a:solidFill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9638009C-5F5F-389B-BDB6-216F3ECC55AB}"/>
                  </a:ext>
                </a:extLst>
              </p:cNvPr>
              <p:cNvSpPr/>
              <p:nvPr/>
            </p:nvSpPr>
            <p:spPr>
              <a:xfrm>
                <a:off x="723014" y="1265273"/>
                <a:ext cx="609684" cy="4253023"/>
              </a:xfrm>
              <a:prstGeom prst="roundRect">
                <a:avLst>
                  <a:gd name="adj" fmla="val 49410"/>
                </a:avLst>
              </a:prstGeom>
              <a:grpFill/>
              <a:ln>
                <a:solidFill>
                  <a:schemeClr val="tx2"/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LID4096" dirty="0"/>
              </a:p>
            </p:txBody>
          </p:sp>
          <p:pic>
            <p:nvPicPr>
              <p:cNvPr id="7" name="Picture 6" descr="A red squares on a black background&#10;&#10;AI-generated content may be incorrect.">
                <a:extLst>
                  <a:ext uri="{FF2B5EF4-FFF2-40B4-BE49-F238E27FC236}">
                    <a16:creationId xmlns:a16="http://schemas.microsoft.com/office/drawing/2014/main" id="{F9D1ACE7-69C7-3895-7344-4A57819340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33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8761" y="1580274"/>
                <a:ext cx="236141" cy="236141"/>
              </a:xfrm>
              <a:prstGeom prst="rect">
                <a:avLst/>
              </a:prstGeom>
              <a:grpFill/>
              <a:ln>
                <a:noFill/>
              </a:ln>
            </p:spPr>
          </p:pic>
          <p:pic>
            <p:nvPicPr>
              <p:cNvPr id="9" name="Picture 8" descr="A white arrow pointing down&#10;&#10;AI-generated content may be incorrect.">
                <a:extLst>
                  <a:ext uri="{FF2B5EF4-FFF2-40B4-BE49-F238E27FC236}">
                    <a16:creationId xmlns:a16="http://schemas.microsoft.com/office/drawing/2014/main" id="{4A02DCBC-D1F7-CAD8-14BB-B24AC3C22F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9332" y="3828094"/>
                <a:ext cx="266444" cy="230794"/>
              </a:xfrm>
              <a:prstGeom prst="rect">
                <a:avLst/>
              </a:prstGeom>
              <a:grpFill/>
              <a:ln>
                <a:noFill/>
              </a:ln>
            </p:spPr>
          </p:pic>
          <p:pic>
            <p:nvPicPr>
              <p:cNvPr id="11" name="Picture 10" descr="A white letter in a circle&#10;&#10;AI-generated content may be incorrect.">
                <a:extLst>
                  <a:ext uri="{FF2B5EF4-FFF2-40B4-BE49-F238E27FC236}">
                    <a16:creationId xmlns:a16="http://schemas.microsoft.com/office/drawing/2014/main" id="{814EB264-FDC9-20FE-CD9E-51A582A364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0025" y="5002356"/>
                <a:ext cx="235119" cy="235119"/>
              </a:xfrm>
              <a:prstGeom prst="rect">
                <a:avLst/>
              </a:prstGeom>
              <a:grpFill/>
              <a:ln>
                <a:noFill/>
              </a:ln>
            </p:spPr>
          </p:pic>
          <p:pic>
            <p:nvPicPr>
              <p:cNvPr id="13" name="Picture 12" descr="A grey and white graph&#10;&#10;AI-generated content may be incorrect.">
                <a:extLst>
                  <a:ext uri="{FF2B5EF4-FFF2-40B4-BE49-F238E27FC236}">
                    <a16:creationId xmlns:a16="http://schemas.microsoft.com/office/drawing/2014/main" id="{50928310-B1A8-5261-5FB4-97A8DAA347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9224" y="2689032"/>
                <a:ext cx="231243" cy="231243"/>
              </a:xfrm>
              <a:prstGeom prst="rect">
                <a:avLst/>
              </a:prstGeom>
              <a:grpFill/>
              <a:ln>
                <a:noFill/>
              </a:ln>
            </p:spPr>
          </p:pic>
        </p:grp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76A229F-A377-C240-12B9-94E15D9A3688}"/>
                </a:ext>
              </a:extLst>
            </p:cNvPr>
            <p:cNvSpPr/>
            <p:nvPr/>
          </p:nvSpPr>
          <p:spPr>
            <a:xfrm>
              <a:off x="1669809" y="1024083"/>
              <a:ext cx="1610360" cy="1452880"/>
            </a:xfrm>
            <a:prstGeom prst="roundRect">
              <a:avLst>
                <a:gd name="adj" fmla="val 6675"/>
              </a:avLst>
            </a:prstGeom>
            <a:solidFill>
              <a:schemeClr val="bg2">
                <a:lumMod val="10000"/>
              </a:schemeClr>
            </a:solidFill>
            <a:ln w="3175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AA14DE02-946C-2568-931A-AC4EAB0BED17}"/>
                </a:ext>
              </a:extLst>
            </p:cNvPr>
            <p:cNvSpPr/>
            <p:nvPr/>
          </p:nvSpPr>
          <p:spPr>
            <a:xfrm>
              <a:off x="3441541" y="1042326"/>
              <a:ext cx="1610360" cy="1452880"/>
            </a:xfrm>
            <a:prstGeom prst="roundRect">
              <a:avLst>
                <a:gd name="adj" fmla="val 6675"/>
              </a:avLst>
            </a:prstGeom>
            <a:solidFill>
              <a:schemeClr val="bg2">
                <a:lumMod val="10000"/>
              </a:schemeClr>
            </a:solidFill>
            <a:ln w="3175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C382167C-306C-B5D6-137F-8882527FD0D7}"/>
                </a:ext>
              </a:extLst>
            </p:cNvPr>
            <p:cNvSpPr/>
            <p:nvPr/>
          </p:nvSpPr>
          <p:spPr>
            <a:xfrm>
              <a:off x="5224780" y="1024083"/>
              <a:ext cx="1610360" cy="1452880"/>
            </a:xfrm>
            <a:prstGeom prst="roundRect">
              <a:avLst>
                <a:gd name="adj" fmla="val 6675"/>
              </a:avLst>
            </a:prstGeom>
            <a:solidFill>
              <a:schemeClr val="bg2">
                <a:lumMod val="10000"/>
              </a:schemeClr>
            </a:solidFill>
            <a:ln w="3175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641DBE0-93C4-E47A-4328-B056614C3D63}"/>
                </a:ext>
              </a:extLst>
            </p:cNvPr>
            <p:cNvSpPr/>
            <p:nvPr/>
          </p:nvSpPr>
          <p:spPr>
            <a:xfrm>
              <a:off x="6983502" y="1042326"/>
              <a:ext cx="1610360" cy="1452880"/>
            </a:xfrm>
            <a:prstGeom prst="roundRect">
              <a:avLst>
                <a:gd name="adj" fmla="val 6675"/>
              </a:avLst>
            </a:prstGeom>
            <a:solidFill>
              <a:schemeClr val="bg2">
                <a:lumMod val="10000"/>
              </a:schemeClr>
            </a:solidFill>
            <a:ln w="3175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38778DCB-9D9B-C5AE-EA8C-C84D09EC6D8E}"/>
                </a:ext>
              </a:extLst>
            </p:cNvPr>
            <p:cNvSpPr/>
            <p:nvPr/>
          </p:nvSpPr>
          <p:spPr>
            <a:xfrm>
              <a:off x="8754482" y="1024083"/>
              <a:ext cx="1610360" cy="1452880"/>
            </a:xfrm>
            <a:prstGeom prst="roundRect">
              <a:avLst>
                <a:gd name="adj" fmla="val 6675"/>
              </a:avLst>
            </a:prstGeom>
            <a:solidFill>
              <a:schemeClr val="bg2">
                <a:lumMod val="10000"/>
              </a:schemeClr>
            </a:solidFill>
            <a:ln w="3175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8247DE93-C864-FD22-19C0-CF66BFE4E8DC}"/>
                </a:ext>
              </a:extLst>
            </p:cNvPr>
            <p:cNvSpPr/>
            <p:nvPr/>
          </p:nvSpPr>
          <p:spPr>
            <a:xfrm>
              <a:off x="10525463" y="1024083"/>
              <a:ext cx="1666536" cy="1452880"/>
            </a:xfrm>
            <a:prstGeom prst="roundRect">
              <a:avLst>
                <a:gd name="adj" fmla="val 6675"/>
              </a:avLst>
            </a:prstGeom>
            <a:solidFill>
              <a:schemeClr val="bg2">
                <a:lumMod val="10000"/>
              </a:schemeClr>
            </a:solidFill>
            <a:ln w="3175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875AA7E-BFBC-BBBA-BCEA-78706F6C38E4}"/>
                </a:ext>
              </a:extLst>
            </p:cNvPr>
            <p:cNvSpPr/>
            <p:nvPr/>
          </p:nvSpPr>
          <p:spPr>
            <a:xfrm>
              <a:off x="1669808" y="2697480"/>
              <a:ext cx="4004551" cy="1688638"/>
            </a:xfrm>
            <a:prstGeom prst="roundRect">
              <a:avLst>
                <a:gd name="adj" fmla="val 6675"/>
              </a:avLst>
            </a:prstGeom>
            <a:solidFill>
              <a:schemeClr val="bg2">
                <a:lumMod val="10000"/>
              </a:schemeClr>
            </a:solidFill>
            <a:ln w="3175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4642A3CF-9472-9EF5-8DA5-4DB2B378828A}"/>
                </a:ext>
              </a:extLst>
            </p:cNvPr>
            <p:cNvSpPr/>
            <p:nvPr/>
          </p:nvSpPr>
          <p:spPr>
            <a:xfrm>
              <a:off x="1669808" y="4588392"/>
              <a:ext cx="4004551" cy="1688638"/>
            </a:xfrm>
            <a:prstGeom prst="roundRect">
              <a:avLst>
                <a:gd name="adj" fmla="val 6675"/>
              </a:avLst>
            </a:prstGeom>
            <a:solidFill>
              <a:schemeClr val="bg2">
                <a:lumMod val="10000"/>
              </a:schemeClr>
            </a:solidFill>
            <a:ln w="3175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5864466F-EB3A-E0FD-0C61-F9AB9FA6FD6E}"/>
                </a:ext>
              </a:extLst>
            </p:cNvPr>
            <p:cNvSpPr/>
            <p:nvPr/>
          </p:nvSpPr>
          <p:spPr>
            <a:xfrm>
              <a:off x="5896369" y="2674156"/>
              <a:ext cx="3049512" cy="3602873"/>
            </a:xfrm>
            <a:prstGeom prst="roundRect">
              <a:avLst>
                <a:gd name="adj" fmla="val 6675"/>
              </a:avLst>
            </a:prstGeom>
            <a:solidFill>
              <a:schemeClr val="bg2">
                <a:lumMod val="10000"/>
              </a:schemeClr>
            </a:solidFill>
            <a:ln w="3175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E01D0D8-202A-1FAD-EE6F-332A996844B8}"/>
                </a:ext>
              </a:extLst>
            </p:cNvPr>
            <p:cNvSpPr/>
            <p:nvPr/>
          </p:nvSpPr>
          <p:spPr>
            <a:xfrm>
              <a:off x="9086310" y="2674155"/>
              <a:ext cx="3105689" cy="3602873"/>
            </a:xfrm>
            <a:prstGeom prst="roundRect">
              <a:avLst>
                <a:gd name="adj" fmla="val 6675"/>
              </a:avLst>
            </a:prstGeom>
            <a:solidFill>
              <a:schemeClr val="bg2">
                <a:lumMod val="10000"/>
              </a:schemeClr>
            </a:solidFill>
            <a:ln w="3175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729348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pascal brume</dc:creator>
  <cp:lastModifiedBy>pascal brume</cp:lastModifiedBy>
  <cp:revision>7</cp:revision>
  <dcterms:created xsi:type="dcterms:W3CDTF">2025-11-27T15:09:37Z</dcterms:created>
  <dcterms:modified xsi:type="dcterms:W3CDTF">2025-11-27T16:42:30Z</dcterms:modified>
</cp:coreProperties>
</file>